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82" r:id="rId2"/>
    <p:sldId id="256" r:id="rId3"/>
    <p:sldId id="257" r:id="rId4"/>
    <p:sldId id="260" r:id="rId5"/>
    <p:sldId id="258" r:id="rId6"/>
    <p:sldId id="259" r:id="rId7"/>
    <p:sldId id="261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300" r:id="rId17"/>
    <p:sldId id="301" r:id="rId18"/>
    <p:sldId id="295" r:id="rId19"/>
    <p:sldId id="296" r:id="rId20"/>
    <p:sldId id="297" r:id="rId21"/>
    <p:sldId id="299" r:id="rId22"/>
    <p:sldId id="28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BFA5E9-7601-402D-9D4F-C64782215BF5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DA2AD9-F656-4CD7-9920-9E104810F6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44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A2AD9-F656-4CD7-9920-9E104810F60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049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A2AD9-F656-4CD7-9920-9E104810F60A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127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C955-C2F4-4F4F-A728-038A86D878D5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8489-254A-40C5-A773-0ECE1952CD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C955-C2F4-4F4F-A728-038A86D878D5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8489-254A-40C5-A773-0ECE1952CD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C955-C2F4-4F4F-A728-038A86D878D5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8489-254A-40C5-A773-0ECE1952CD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C955-C2F4-4F4F-A728-038A86D878D5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8489-254A-40C5-A773-0ECE1952CD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C955-C2F4-4F4F-A728-038A86D878D5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8489-254A-40C5-A773-0ECE1952CD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C955-C2F4-4F4F-A728-038A86D878D5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8489-254A-40C5-A773-0ECE1952CD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C955-C2F4-4F4F-A728-038A86D878D5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8489-254A-40C5-A773-0ECE1952CD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C955-C2F4-4F4F-A728-038A86D878D5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8489-254A-40C5-A773-0ECE1952CD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C955-C2F4-4F4F-A728-038A86D878D5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8489-254A-40C5-A773-0ECE1952CD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C955-C2F4-4F4F-A728-038A86D878D5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8489-254A-40C5-A773-0ECE1952CD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C955-C2F4-4F4F-A728-038A86D878D5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8489-254A-40C5-A773-0ECE1952CD09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C955-C2F4-4F4F-A728-038A86D878D5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8489-254A-40C5-A773-0ECE1952CD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C955-C2F4-4F4F-A728-038A86D878D5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8489-254A-40C5-A773-0ECE1952CD0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C955-C2F4-4F4F-A728-038A86D878D5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8489-254A-40C5-A773-0ECE1952CD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C955-C2F4-4F4F-A728-038A86D878D5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8489-254A-40C5-A773-0ECE1952CD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C955-C2F4-4F4F-A728-038A86D878D5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8489-254A-40C5-A773-0ECE1952CD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5C955-C2F4-4F4F-A728-038A86D878D5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0338489-254A-40C5-A773-0ECE1952CD09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" TargetMode="External"/><Relationship Id="rId2" Type="http://schemas.openxmlformats.org/officeDocument/2006/relationships/hyperlink" Target="https://openai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emini.google.com/" TargetMode="External"/><Relationship Id="rId5" Type="http://schemas.openxmlformats.org/officeDocument/2006/relationships/hyperlink" Target="https://react.dev/learn" TargetMode="External"/><Relationship Id="rId4" Type="http://schemas.openxmlformats.org/officeDocument/2006/relationships/hyperlink" Target="https://angular.dev/learn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353945" y="533400"/>
            <a:ext cx="6920230" cy="1718310"/>
          </a:xfrm>
        </p:spPr>
        <p:txBody>
          <a:bodyPr>
            <a:normAutofit fontScale="90000"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20" dirty="0" err="1"/>
              <a:t>Prof.V.B.Shah</a:t>
            </a:r>
            <a:r>
              <a:rPr lang="en-IN" spc="-30" dirty="0"/>
              <a:t> </a:t>
            </a:r>
            <a:r>
              <a:rPr lang="en-IN" dirty="0"/>
              <a:t>Institute</a:t>
            </a:r>
            <a:r>
              <a:rPr lang="en-IN" spc="-45" dirty="0"/>
              <a:t> </a:t>
            </a:r>
            <a:r>
              <a:rPr lang="en-IN" dirty="0"/>
              <a:t>of</a:t>
            </a:r>
            <a:r>
              <a:rPr lang="en-IN" spc="-20" dirty="0"/>
              <a:t> </a:t>
            </a:r>
            <a:r>
              <a:rPr lang="en-IN" dirty="0"/>
              <a:t>Management</a:t>
            </a:r>
            <a:r>
              <a:rPr lang="en-IN" spc="-45" dirty="0"/>
              <a:t> </a:t>
            </a:r>
            <a:r>
              <a:rPr lang="en-IN" dirty="0"/>
              <a:t>&amp;</a:t>
            </a:r>
            <a:r>
              <a:rPr lang="en-IN" spc="-15" dirty="0"/>
              <a:t> </a:t>
            </a:r>
            <a:r>
              <a:rPr lang="en-IN" spc="-25" dirty="0" err="1"/>
              <a:t>R.V.Patel</a:t>
            </a:r>
            <a:r>
              <a:rPr lang="en-IN" spc="-40" dirty="0"/>
              <a:t> </a:t>
            </a:r>
            <a:r>
              <a:rPr lang="en-IN" dirty="0"/>
              <a:t>College</a:t>
            </a:r>
            <a:r>
              <a:rPr lang="en-IN" spc="-40" dirty="0"/>
              <a:t> </a:t>
            </a:r>
            <a:r>
              <a:rPr lang="en-IN" dirty="0"/>
              <a:t>of</a:t>
            </a:r>
            <a:r>
              <a:rPr lang="en-IN" spc="-25" dirty="0"/>
              <a:t> </a:t>
            </a:r>
            <a:r>
              <a:rPr lang="en-IN" spc="-10" dirty="0"/>
              <a:t>Commerce</a:t>
            </a:r>
            <a:br>
              <a:rPr lang="en-IN" spc="-10" dirty="0"/>
            </a:br>
            <a:r>
              <a:rPr lang="en-IN" dirty="0"/>
              <a:t>(</a:t>
            </a:r>
            <a:r>
              <a:rPr lang="en-IN" dirty="0" err="1"/>
              <a:t>Eng.Med</a:t>
            </a:r>
            <a:r>
              <a:rPr lang="en-IN" dirty="0"/>
              <a:t>.)</a:t>
            </a:r>
            <a:r>
              <a:rPr lang="en-IN" spc="-25" dirty="0"/>
              <a:t> </a:t>
            </a:r>
            <a:r>
              <a:rPr lang="en-IN" dirty="0"/>
              <a:t>&amp;</a:t>
            </a:r>
            <a:r>
              <a:rPr lang="en-IN" spc="-15" dirty="0"/>
              <a:t> </a:t>
            </a:r>
            <a:r>
              <a:rPr lang="en-IN" spc="-20" dirty="0" err="1"/>
              <a:t>V.L.Shah</a:t>
            </a:r>
            <a:r>
              <a:rPr lang="en-IN" spc="-55" dirty="0"/>
              <a:t> </a:t>
            </a:r>
            <a:r>
              <a:rPr lang="en-IN" dirty="0"/>
              <a:t>College</a:t>
            </a:r>
            <a:r>
              <a:rPr lang="en-IN" spc="-55" dirty="0"/>
              <a:t> </a:t>
            </a:r>
            <a:r>
              <a:rPr lang="en-IN" dirty="0"/>
              <a:t>of</a:t>
            </a:r>
            <a:r>
              <a:rPr lang="en-IN" spc="-20" dirty="0"/>
              <a:t> </a:t>
            </a:r>
            <a:r>
              <a:rPr lang="en-IN" dirty="0"/>
              <a:t>Commerce</a:t>
            </a:r>
            <a:r>
              <a:rPr lang="en-IN" spc="-45" dirty="0"/>
              <a:t> </a:t>
            </a:r>
            <a:r>
              <a:rPr lang="en-IN" dirty="0"/>
              <a:t>(</a:t>
            </a:r>
            <a:r>
              <a:rPr lang="en-IN" dirty="0" err="1"/>
              <a:t>Guj.Med</a:t>
            </a:r>
            <a:r>
              <a:rPr lang="en-IN" dirty="0"/>
              <a:t>.)</a:t>
            </a:r>
            <a:r>
              <a:rPr lang="en-IN" spc="-10" dirty="0"/>
              <a:t> </a:t>
            </a:r>
            <a:r>
              <a:rPr lang="en-IN" spc="-50" dirty="0"/>
              <a:t>&amp; </a:t>
            </a:r>
            <a:r>
              <a:rPr lang="en-IN" dirty="0" err="1"/>
              <a:t>Sutex</a:t>
            </a:r>
            <a:r>
              <a:rPr lang="en-IN" spc="-30" dirty="0"/>
              <a:t> </a:t>
            </a:r>
            <a:r>
              <a:rPr lang="en-IN" dirty="0"/>
              <a:t>Bank</a:t>
            </a:r>
            <a:r>
              <a:rPr lang="en-IN" spc="-30" dirty="0"/>
              <a:t> </a:t>
            </a:r>
            <a:r>
              <a:rPr lang="en-IN" dirty="0"/>
              <a:t>College</a:t>
            </a:r>
            <a:r>
              <a:rPr lang="en-IN" spc="-55" dirty="0"/>
              <a:t> </a:t>
            </a:r>
            <a:r>
              <a:rPr lang="en-IN" dirty="0"/>
              <a:t>of</a:t>
            </a:r>
            <a:r>
              <a:rPr lang="en-IN" spc="-25" dirty="0"/>
              <a:t> </a:t>
            </a:r>
            <a:r>
              <a:rPr lang="en-IN" dirty="0"/>
              <a:t>Computer</a:t>
            </a:r>
            <a:r>
              <a:rPr lang="en-IN" spc="-35" dirty="0"/>
              <a:t> </a:t>
            </a:r>
            <a:r>
              <a:rPr lang="en-IN" dirty="0"/>
              <a:t>Applications</a:t>
            </a:r>
            <a:r>
              <a:rPr lang="en-IN" spc="-30" dirty="0"/>
              <a:t> </a:t>
            </a:r>
            <a:r>
              <a:rPr lang="en-IN" dirty="0"/>
              <a:t>&amp;</a:t>
            </a:r>
            <a:r>
              <a:rPr lang="en-IN" spc="-30" dirty="0"/>
              <a:t> </a:t>
            </a:r>
            <a:r>
              <a:rPr lang="en-IN" dirty="0"/>
              <a:t>Science,</a:t>
            </a:r>
            <a:r>
              <a:rPr lang="en-IN" spc="-95" dirty="0"/>
              <a:t> </a:t>
            </a:r>
            <a:r>
              <a:rPr lang="en-IN" spc="-10" dirty="0" err="1"/>
              <a:t>Amroli</a:t>
            </a:r>
            <a:endParaRPr lang="en-IN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half" idx="2"/>
          </p:nvPr>
        </p:nvSpPr>
        <p:spPr>
          <a:xfrm>
            <a:off x="2185035" y="2467610"/>
            <a:ext cx="5823585" cy="610235"/>
          </a:xfrm>
        </p:spPr>
        <p:txBody>
          <a:bodyPr>
            <a:noAutofit/>
          </a:bodyPr>
          <a:lstStyle/>
          <a:p>
            <a:pPr marL="41656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(Accredited</a:t>
            </a:r>
            <a:r>
              <a:rPr kumimoji="0" lang="en-IN" sz="1800" b="0" i="0" u="none" strike="noStrike" kern="0" cap="none" spc="-4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‘B’</a:t>
            </a:r>
            <a:r>
              <a:rPr kumimoji="0" lang="en-IN" sz="1800" b="0" i="0" u="none" strike="noStrike" kern="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</a:t>
            </a:r>
            <a:r>
              <a:rPr kumimoji="0" lang="en-IN" sz="18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(CGPA</a:t>
            </a:r>
            <a:r>
              <a:rPr kumimoji="0" lang="en-IN" sz="18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2.55)</a:t>
            </a:r>
            <a:r>
              <a:rPr kumimoji="0" lang="en-IN" sz="1800" b="0" i="0" u="none" strike="noStrike" kern="0" cap="none" spc="-3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by</a:t>
            </a:r>
            <a:r>
              <a:rPr kumimoji="0" lang="en-IN" sz="1800" b="0" i="0" u="none" strike="noStrike" kern="0" cap="none" spc="-4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NAAC</a:t>
            </a:r>
            <a:r>
              <a:rPr kumimoji="0" lang="en-IN" sz="18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</a:t>
            </a:r>
            <a:r>
              <a:rPr kumimoji="0" lang="en-IN" sz="18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Dec.-2009)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anose="02040503050406030204"/>
              <a:cs typeface="Cambria" panose="02040503050406030204"/>
            </a:endParaRPr>
          </a:p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I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   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VEER</a:t>
            </a:r>
            <a:r>
              <a:rPr kumimoji="0" lang="en-IN" sz="1800" b="0" i="0" u="none" strike="noStrike" kern="0" cap="none" spc="-4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NARMAD</a:t>
            </a:r>
            <a:r>
              <a:rPr kumimoji="0" lang="en-IN" sz="18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SOUTH</a:t>
            </a:r>
            <a:r>
              <a:rPr kumimoji="0" lang="en-IN" sz="1800" b="0" i="0" u="none" strike="noStrike" kern="0" cap="none" spc="-6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</a:t>
            </a:r>
            <a:r>
              <a:rPr kumimoji="0" lang="en-IN" sz="18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GUJARAT</a:t>
            </a:r>
            <a:r>
              <a:rPr kumimoji="0" lang="en-IN" sz="1800" b="0" i="0" u="none" strike="noStrike" kern="0" cap="none" spc="-4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</a:t>
            </a:r>
            <a:r>
              <a:rPr kumimoji="0" lang="en-IN" sz="1800" b="0" i="0" u="none" strike="noStrike" kern="0" cap="none" spc="-2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UNIVERSITY,</a:t>
            </a:r>
            <a:r>
              <a:rPr kumimoji="0" lang="en-IN" sz="1800" b="0" i="0" u="none" strike="noStrike" kern="0" cap="none" spc="-6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</a:t>
            </a:r>
            <a:r>
              <a:rPr kumimoji="0" lang="en-IN" sz="18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SURAT</a:t>
            </a:r>
          </a:p>
        </p:txBody>
      </p:sp>
      <p:pic>
        <p:nvPicPr>
          <p:cNvPr id="15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7332" y="533269"/>
            <a:ext cx="1676400" cy="1569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942281" y="3293745"/>
            <a:ext cx="606650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9060" algn="ctr">
              <a:lnSpc>
                <a:spcPct val="100000"/>
              </a:lnSpc>
              <a:spcBef>
                <a:spcPts val="105"/>
              </a:spcBef>
            </a:pPr>
            <a:r>
              <a:rPr lang="en-US" sz="2000" spc="-10" dirty="0">
                <a:latin typeface="Cambria" panose="02040503050406030204"/>
                <a:cs typeface="Cambria" panose="02040503050406030204"/>
              </a:rPr>
              <a:t>Minor-</a:t>
            </a:r>
            <a:r>
              <a:rPr lang="en-US" sz="2000" dirty="0">
                <a:latin typeface="Cambria" panose="02040503050406030204"/>
                <a:cs typeface="Cambria" panose="02040503050406030204"/>
              </a:rPr>
              <a:t>PROJECT</a:t>
            </a:r>
            <a:r>
              <a:rPr lang="en-US" sz="2000" spc="-4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sz="2000" spc="-10" dirty="0">
                <a:latin typeface="Cambria" panose="02040503050406030204"/>
                <a:cs typeface="Cambria" panose="02040503050406030204"/>
              </a:rPr>
              <a:t>REPORT</a:t>
            </a:r>
            <a:endParaRPr lang="en-US" sz="2000" dirty="0">
              <a:latin typeface="Cambria" panose="02040503050406030204"/>
              <a:cs typeface="Cambria" panose="02040503050406030204"/>
            </a:endParaRPr>
          </a:p>
          <a:p>
            <a:pPr marR="449580" algn="ctr">
              <a:lnSpc>
                <a:spcPct val="100000"/>
              </a:lnSpc>
              <a:spcBef>
                <a:spcPts val="5"/>
              </a:spcBef>
            </a:pPr>
            <a:r>
              <a:rPr lang="en-US" dirty="0">
                <a:latin typeface="Cambria" panose="02040503050406030204"/>
                <a:cs typeface="Cambria" panose="02040503050406030204"/>
              </a:rPr>
              <a:t>FOR</a:t>
            </a:r>
            <a:r>
              <a:rPr lang="en-US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latin typeface="Cambria" panose="02040503050406030204"/>
                <a:cs typeface="Cambria" panose="02040503050406030204"/>
              </a:rPr>
              <a:t>THE</a:t>
            </a:r>
            <a:r>
              <a:rPr lang="en-US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latin typeface="Cambria" panose="02040503050406030204"/>
                <a:cs typeface="Cambria" panose="02040503050406030204"/>
              </a:rPr>
              <a:t>DEGREE</a:t>
            </a:r>
            <a:r>
              <a:rPr lang="en-US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spc="-25" dirty="0">
                <a:latin typeface="Cambria" panose="02040503050406030204"/>
                <a:cs typeface="Cambria" panose="02040503050406030204"/>
              </a:rPr>
              <a:t>OF</a:t>
            </a:r>
            <a:endParaRPr lang="en-US" dirty="0">
              <a:latin typeface="Cambria" panose="02040503050406030204"/>
              <a:cs typeface="Cambria" panose="02040503050406030204"/>
            </a:endParaRPr>
          </a:p>
          <a:p>
            <a:pPr marL="12700" algn="ctr">
              <a:lnSpc>
                <a:spcPct val="100000"/>
              </a:lnSpc>
            </a:pPr>
            <a:r>
              <a:rPr lang="en-US" i="1" spc="-10" dirty="0">
                <a:latin typeface="Cambria" panose="02040503050406030204"/>
                <a:cs typeface="Cambria" panose="02040503050406030204"/>
              </a:rPr>
              <a:t>Bachelor</a:t>
            </a:r>
            <a:r>
              <a:rPr lang="en-US" i="1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i="1" dirty="0">
                <a:latin typeface="Cambria" panose="02040503050406030204"/>
                <a:cs typeface="Cambria" panose="02040503050406030204"/>
              </a:rPr>
              <a:t>of</a:t>
            </a:r>
            <a:r>
              <a:rPr lang="en-US" i="1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i="1" spc="-10" dirty="0">
                <a:latin typeface="Cambria" panose="02040503050406030204"/>
                <a:cs typeface="Cambria" panose="02040503050406030204"/>
              </a:rPr>
              <a:t>computer</a:t>
            </a:r>
            <a:r>
              <a:rPr lang="en-US" i="1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i="1" spc="-10" dirty="0">
                <a:latin typeface="Cambria" panose="02040503050406030204"/>
                <a:cs typeface="Cambria" panose="02040503050406030204"/>
              </a:rPr>
              <a:t>application</a:t>
            </a:r>
            <a:endParaRPr lang="en-US" dirty="0">
              <a:latin typeface="Cambria" panose="02040503050406030204"/>
              <a:cs typeface="Cambria" panose="02040503050406030204"/>
            </a:endParaRPr>
          </a:p>
          <a:p>
            <a:pPr marL="230505" marR="679450" algn="ctr">
              <a:lnSpc>
                <a:spcPct val="100000"/>
              </a:lnSpc>
            </a:pPr>
            <a:r>
              <a:rPr lang="en-US" dirty="0">
                <a:latin typeface="Cambria" panose="02040503050406030204"/>
                <a:cs typeface="Cambria" panose="02040503050406030204"/>
              </a:rPr>
              <a:t>(B.C.A</a:t>
            </a:r>
            <a:r>
              <a:rPr lang="en-US" spc="-40" dirty="0">
                <a:latin typeface="Cambria" panose="02040503050406030204"/>
                <a:cs typeface="Cambria" panose="02040503050406030204"/>
              </a:rPr>
              <a:t> 6</a:t>
            </a:r>
            <a:r>
              <a:rPr lang="en-US" dirty="0">
                <a:latin typeface="Cambria" panose="02040503050406030204"/>
                <a:cs typeface="Cambria" panose="02040503050406030204"/>
              </a:rPr>
              <a:t>TH</a:t>
            </a:r>
            <a:r>
              <a:rPr lang="en-US" spc="-4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spc="-10" dirty="0">
                <a:latin typeface="Cambria" panose="02040503050406030204"/>
                <a:cs typeface="Cambria" panose="02040503050406030204"/>
              </a:rPr>
              <a:t>SEMESTER) </a:t>
            </a:r>
            <a:r>
              <a:rPr lang="en-US" dirty="0">
                <a:latin typeface="Cambria" panose="02040503050406030204"/>
                <a:cs typeface="Cambria" panose="02040503050406030204"/>
              </a:rPr>
              <a:t>YEAR:</a:t>
            </a:r>
            <a:r>
              <a:rPr lang="en-US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spc="-20" dirty="0">
                <a:latin typeface="Cambria" panose="02040503050406030204"/>
                <a:cs typeface="Cambria" panose="02040503050406030204"/>
              </a:rPr>
              <a:t>2025-</a:t>
            </a:r>
            <a:r>
              <a:rPr lang="en-US" spc="-25" dirty="0">
                <a:latin typeface="Cambria" panose="02040503050406030204"/>
                <a:cs typeface="Cambria" panose="02040503050406030204"/>
              </a:rPr>
              <a:t>26</a:t>
            </a:r>
            <a:endParaRPr lang="en-US" dirty="0">
              <a:latin typeface="Cambria" panose="02040503050406030204"/>
              <a:cs typeface="Cambria" panose="02040503050406030204"/>
            </a:endParaRPr>
          </a:p>
          <a:p>
            <a:pPr algn="ctr"/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767080" y="5358765"/>
            <a:ext cx="3028172" cy="8229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ambria" panose="02040503050406030204"/>
                <a:cs typeface="Cambria" panose="02040503050406030204"/>
              </a:rPr>
              <a:t>GUIDED</a:t>
            </a:r>
            <a:r>
              <a:rPr lang="en-US" sz="2000" spc="-5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sz="2000" dirty="0">
                <a:latin typeface="Cambria" panose="02040503050406030204"/>
                <a:cs typeface="Cambria" panose="02040503050406030204"/>
              </a:rPr>
              <a:t>BY</a:t>
            </a:r>
            <a:r>
              <a:rPr lang="en-US" sz="2000" spc="-6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sz="2000" spc="-50" dirty="0">
                <a:latin typeface="Cambria" panose="02040503050406030204"/>
                <a:cs typeface="Cambria" panose="02040503050406030204"/>
              </a:rPr>
              <a:t>:</a:t>
            </a:r>
            <a:endParaRPr lang="en-US" sz="2000" dirty="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dirty="0">
                <a:latin typeface="Cambria" panose="02040503050406030204"/>
                <a:cs typeface="Cambria" panose="02040503050406030204"/>
              </a:rPr>
              <a:t>Mr. Ashish </a:t>
            </a:r>
            <a:r>
              <a:rPr lang="en-US" dirty="0" err="1">
                <a:latin typeface="Cambria" panose="02040503050406030204"/>
                <a:cs typeface="Cambria" panose="02040503050406030204"/>
              </a:rPr>
              <a:t>solanki</a:t>
            </a:r>
            <a:r>
              <a:rPr lang="en-US" spc="-10" dirty="0" err="1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amani</a:t>
            </a:r>
            <a:r>
              <a:rPr lang="en-US" spc="-1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.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6490335" y="4837409"/>
            <a:ext cx="4897755" cy="1904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8435">
              <a:lnSpc>
                <a:spcPct val="100000"/>
              </a:lnSpc>
              <a:spcBef>
                <a:spcPts val="370"/>
              </a:spcBef>
            </a:pPr>
            <a:r>
              <a:rPr lang="en-US" dirty="0">
                <a:latin typeface="Cambria" panose="02040503050406030204"/>
                <a:cs typeface="Cambria" panose="02040503050406030204"/>
              </a:rPr>
              <a:t>SUBMITTED</a:t>
            </a:r>
            <a:r>
              <a:rPr lang="en-US" spc="-5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latin typeface="Cambria" panose="02040503050406030204"/>
                <a:cs typeface="Cambria" panose="02040503050406030204"/>
              </a:rPr>
              <a:t>BY</a:t>
            </a:r>
            <a:r>
              <a:rPr lang="en-US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spc="-50" dirty="0">
                <a:latin typeface="Cambria" panose="02040503050406030204"/>
                <a:cs typeface="Cambria" panose="02040503050406030204"/>
              </a:rPr>
              <a:t>:</a:t>
            </a:r>
          </a:p>
          <a:p>
            <a:pPr marL="178435">
              <a:lnSpc>
                <a:spcPct val="100000"/>
              </a:lnSpc>
              <a:spcBef>
                <a:spcPts val="370"/>
              </a:spcBef>
            </a:pPr>
            <a:r>
              <a:rPr lang="en-US" spc="-50" dirty="0">
                <a:latin typeface="Cambria" panose="02040503050406030204"/>
                <a:cs typeface="Cambria" panose="02040503050406030204"/>
              </a:rPr>
              <a:t>440  Rathod Chirag </a:t>
            </a:r>
            <a:r>
              <a:rPr lang="en-US" spc="-50" dirty="0" err="1">
                <a:latin typeface="Cambria" panose="02040503050406030204"/>
                <a:cs typeface="Cambria" panose="02040503050406030204"/>
              </a:rPr>
              <a:t>Jivanbhai</a:t>
            </a:r>
            <a:endParaRPr lang="en-US" spc="-50" dirty="0">
              <a:latin typeface="Cambria" panose="02040503050406030204"/>
              <a:cs typeface="Cambria" panose="02040503050406030204"/>
            </a:endParaRPr>
          </a:p>
          <a:p>
            <a:pPr marL="178435">
              <a:lnSpc>
                <a:spcPct val="100000"/>
              </a:lnSpc>
              <a:spcBef>
                <a:spcPts val="370"/>
              </a:spcBef>
            </a:pPr>
            <a:r>
              <a:rPr lang="en-US" spc="-50" dirty="0">
                <a:latin typeface="Cambria" panose="02040503050406030204"/>
                <a:cs typeface="Cambria" panose="02040503050406030204"/>
              </a:rPr>
              <a:t>419 </a:t>
            </a:r>
            <a:r>
              <a:rPr lang="en-US" spc="-50" dirty="0" err="1">
                <a:latin typeface="Cambria" panose="02040503050406030204"/>
                <a:cs typeface="Cambria" panose="02040503050406030204"/>
              </a:rPr>
              <a:t>Mandaviya</a:t>
            </a:r>
            <a:r>
              <a:rPr lang="en-US" spc="-50" dirty="0">
                <a:latin typeface="Cambria" panose="02040503050406030204"/>
                <a:cs typeface="Cambria" panose="02040503050406030204"/>
              </a:rPr>
              <a:t> Viral </a:t>
            </a:r>
            <a:r>
              <a:rPr lang="en-US" spc="-50" dirty="0" err="1">
                <a:latin typeface="Cambria" panose="02040503050406030204"/>
                <a:cs typeface="Cambria" panose="02040503050406030204"/>
              </a:rPr>
              <a:t>Bhupatbhai</a:t>
            </a:r>
            <a:endParaRPr lang="en-US" spc="-50" dirty="0">
              <a:latin typeface="Cambria" panose="02040503050406030204"/>
              <a:cs typeface="Cambria" panose="02040503050406030204"/>
            </a:endParaRPr>
          </a:p>
          <a:p>
            <a:pPr marL="178435">
              <a:lnSpc>
                <a:spcPct val="100000"/>
              </a:lnSpc>
              <a:spcBef>
                <a:spcPts val="370"/>
              </a:spcBef>
            </a:pPr>
            <a:r>
              <a:rPr lang="en-US" spc="-50" dirty="0">
                <a:latin typeface="Cambria" panose="02040503050406030204"/>
                <a:cs typeface="Cambria" panose="02040503050406030204"/>
              </a:rPr>
              <a:t>478 Chauhan </a:t>
            </a:r>
            <a:r>
              <a:rPr lang="en-US" spc="-50" dirty="0" err="1">
                <a:latin typeface="Cambria" panose="02040503050406030204"/>
                <a:cs typeface="Cambria" panose="02040503050406030204"/>
              </a:rPr>
              <a:t>Hresh</a:t>
            </a:r>
            <a:r>
              <a:rPr lang="en-US" spc="-5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spc="-50" dirty="0" err="1">
                <a:latin typeface="Cambria" panose="02040503050406030204"/>
                <a:cs typeface="Cambria" panose="02040503050406030204"/>
              </a:rPr>
              <a:t>Mukeshbhai</a:t>
            </a:r>
            <a:endParaRPr lang="en-US" spc="-5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30004" y="5358765"/>
            <a:ext cx="20910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METICS</a:t>
            </a:r>
            <a:endParaRPr lang="en-IN" sz="28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253480" y="6064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1984016"/>
            <a:ext cx="7766936" cy="1646302"/>
          </a:xfrm>
        </p:spPr>
        <p:txBody>
          <a:bodyPr/>
          <a:lstStyle/>
          <a:p>
            <a:pPr algn="ctr"/>
            <a:r>
              <a:rPr lang="en-US" dirty="0"/>
              <a:t>METICS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Project Profile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Project Overview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Screen Shots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Profile</a:t>
            </a:r>
            <a:endParaRPr lang="en-IN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5796157"/>
              </p:ext>
            </p:extLst>
          </p:nvPr>
        </p:nvGraphicFramePr>
        <p:xfrm>
          <a:off x="677863" y="2160588"/>
          <a:ext cx="859631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Cinex</a:t>
                      </a:r>
                      <a:endParaRPr lang="en-IN" sz="2400" dirty="0"/>
                    </a:p>
                  </a:txBody>
                  <a:tcPr marL="74751" marR="74751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74751" marR="74751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Project title:</a:t>
                      </a:r>
                      <a:endParaRPr lang="en-IN" dirty="0"/>
                    </a:p>
                  </a:txBody>
                  <a:tcPr marL="74751" marR="74751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 err="1"/>
                        <a:t>Metics</a:t>
                      </a:r>
                      <a:endParaRPr lang="en-IN" dirty="0"/>
                    </a:p>
                  </a:txBody>
                  <a:tcPr marL="74751" marR="74751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Frontend:	</a:t>
                      </a:r>
                      <a:endParaRPr lang="en-IN" dirty="0"/>
                    </a:p>
                  </a:txBody>
                  <a:tcPr marL="74751" marR="74751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Angular, Html ,</a:t>
                      </a:r>
                      <a:r>
                        <a:rPr lang="en-US" dirty="0" err="1"/>
                        <a:t>css</a:t>
                      </a:r>
                      <a:r>
                        <a:rPr lang="en-US" dirty="0"/>
                        <a:t> ,</a:t>
                      </a:r>
                      <a:r>
                        <a:rPr lang="en-US" dirty="0" smtClean="0"/>
                        <a:t>Bootstrap5,Tailvind </a:t>
                      </a:r>
                      <a:r>
                        <a:rPr lang="en-US" dirty="0" err="1" smtClean="0"/>
                        <a:t>css</a:t>
                      </a:r>
                      <a:endParaRPr lang="en-IN" dirty="0"/>
                    </a:p>
                  </a:txBody>
                  <a:tcPr marL="74751" marR="74751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Backend:</a:t>
                      </a:r>
                      <a:endParaRPr lang="en-IN" dirty="0"/>
                    </a:p>
                  </a:txBody>
                  <a:tcPr marL="74751" marR="74751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 err="1" smtClean="0"/>
                        <a:t>Node.Js</a:t>
                      </a:r>
                      <a:r>
                        <a:rPr lang="en-IN" dirty="0" smtClean="0"/>
                        <a:t> , Express.js</a:t>
                      </a:r>
                      <a:endParaRPr lang="en-IN" dirty="0"/>
                    </a:p>
                  </a:txBody>
                  <a:tcPr marL="74751" marR="74751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Database:</a:t>
                      </a:r>
                      <a:endParaRPr lang="en-IN" dirty="0"/>
                    </a:p>
                  </a:txBody>
                  <a:tcPr marL="74751" marR="74751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MongoDB</a:t>
                      </a:r>
                    </a:p>
                  </a:txBody>
                  <a:tcPr marL="74751" marR="74751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Browser and Emulator:</a:t>
                      </a:r>
                    </a:p>
                  </a:txBody>
                  <a:tcPr marL="74751" marR="74751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Chrome, </a:t>
                      </a:r>
                      <a:r>
                        <a:rPr lang="en-IN" dirty="0" err="1"/>
                        <a:t>crosoft</a:t>
                      </a:r>
                      <a:r>
                        <a:rPr lang="en-IN" dirty="0"/>
                        <a:t> Edge</a:t>
                      </a:r>
                    </a:p>
                  </a:txBody>
                  <a:tcPr marL="74751" marR="74751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Platform:</a:t>
                      </a:r>
                    </a:p>
                  </a:txBody>
                  <a:tcPr marL="74751" marR="74751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VS Code </a:t>
                      </a:r>
                    </a:p>
                  </a:txBody>
                  <a:tcPr marL="74751" marR="74751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Documentation tool:</a:t>
                      </a:r>
                    </a:p>
                  </a:txBody>
                  <a:tcPr marL="74751" marR="74751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P</a:t>
                      </a:r>
                      <a:r>
                        <a:rPr lang="en-IN" dirty="0" err="1"/>
                        <a:t>owerpoint</a:t>
                      </a:r>
                      <a:endParaRPr lang="en-IN" dirty="0"/>
                    </a:p>
                  </a:txBody>
                  <a:tcPr marL="74751" marR="74751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Internal guide:</a:t>
                      </a:r>
                    </a:p>
                  </a:txBody>
                  <a:tcPr marL="74751" marR="74751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Mr. </a:t>
                      </a:r>
                      <a:r>
                        <a:rPr lang="en-IN" dirty="0" err="1"/>
                        <a:t>ashish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solanki</a:t>
                      </a:r>
                      <a:endParaRPr lang="en-IN" dirty="0"/>
                    </a:p>
                  </a:txBody>
                  <a:tcPr marL="74751" marR="74751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 err="1"/>
              <a:t>Metics</a:t>
            </a:r>
            <a:r>
              <a:rPr lang="en-US" sz="2000" dirty="0"/>
              <a:t> is a Online Cloth Shopping E-Commerce website where you can Buy Clothes with Multiple Choices</a:t>
            </a:r>
            <a:endParaRPr lang="en-IN" sz="2000" dirty="0"/>
          </a:p>
          <a:p>
            <a:r>
              <a:rPr lang="en-US" sz="2000" dirty="0" err="1"/>
              <a:t>Metics</a:t>
            </a:r>
            <a:r>
              <a:rPr lang="en-US" sz="2000" dirty="0"/>
              <a:t> Provide a best, </a:t>
            </a:r>
            <a:r>
              <a:rPr lang="en-US" sz="2000" dirty="0" err="1"/>
              <a:t>Tranding</a:t>
            </a:r>
            <a:r>
              <a:rPr lang="en-US" sz="2000" dirty="0"/>
              <a:t> Fashions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The </a:t>
            </a:r>
            <a:r>
              <a:rPr lang="en-US" sz="2000" dirty="0" err="1"/>
              <a:t>Metics</a:t>
            </a:r>
            <a:r>
              <a:rPr lang="en-US" sz="2000" dirty="0"/>
              <a:t> consists of two panels: 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User Panel 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Admin Panel.</a:t>
            </a:r>
            <a:endParaRPr lang="en-IN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Features: User 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Requires login with a user account.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User can browse Clothes.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User can buy their favorite clothes.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User can choose any payment option for order.</a:t>
            </a:r>
            <a:endParaRPr lang="en-IN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Features: Admin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The admin panel allows the website administrator or to manage and monitor the platform.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Admin can add Clothes, Manage orders and more 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Admin can view, edit, or remove products.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Admin can view order history and see how many orders are placed.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Admin can see the recent orders of their products.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Signup page</a:t>
            </a:r>
            <a:endParaRPr lang="en-IN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xmlns="" id="{47995BB8-B1C8-D9F2-2C82-6143B55BD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6681" y="1495688"/>
            <a:ext cx="6543293" cy="4720519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page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28F7B1F3-D1D0-B171-727E-A7F71E73FE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89" t="3424" r="1429" b="2730"/>
          <a:stretch/>
        </p:blipFill>
        <p:spPr>
          <a:xfrm>
            <a:off x="782265" y="1768842"/>
            <a:ext cx="7372384" cy="3642610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page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6C83BE38-82D7-E42D-999A-9937DFF153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533" y="1645587"/>
            <a:ext cx="8976332" cy="3752401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shop page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xmlns="" id="{EE2B5BFE-DE6F-43CC-E5C4-0F5FEBD368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647969"/>
            <a:ext cx="8596312" cy="3257754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Order page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xmlns="" id="{ACC65338-CD35-0D99-CC2D-09934B165F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483" y="1512362"/>
            <a:ext cx="8766469" cy="3482841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Blog page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xmlns="" id="{36776586-CA20-3760-B81C-60CAB2F5B9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484" y="1621825"/>
            <a:ext cx="9080734" cy="3374644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Payment page(Process to Checkout)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xmlns="" id="{B376D99D-A9A8-92BC-17E3-D13F40E7CE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5653" y="1456051"/>
            <a:ext cx="8273415" cy="3983732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Profile page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42F97D07-074F-FEE4-8650-9F3933C7A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1495208"/>
            <a:ext cx="8596312" cy="3683198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Category wise products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6F799180-9E47-1638-BE7A-6D1826ACA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571" y="1605952"/>
            <a:ext cx="7462308" cy="4105300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Footer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5984E5BD-7968-BB7D-E2B6-DF69622566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229" y="1456747"/>
            <a:ext cx="9028838" cy="3554766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Admin  panel:</a:t>
            </a:r>
            <a:br>
              <a:rPr lang="en-US" dirty="0"/>
            </a:br>
            <a:r>
              <a:rPr lang="en-US" dirty="0"/>
              <a:t>Home</a:t>
            </a:r>
            <a:r>
              <a:rPr lang="en-US" sz="3200" dirty="0"/>
              <a:t> page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xmlns="" id="{0B16759A-0E8E-908A-85E6-D0D88B6B61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620" y="1810480"/>
            <a:ext cx="8310255" cy="3881437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 orders page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xmlns="" id="{1FBE5876-EA66-5D87-4F61-3CC30FAAB2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384" y="1398341"/>
            <a:ext cx="8596668" cy="4013505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Users page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39DC1F2C-C738-DB59-5C99-8701CB2BA2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9480" y="1381098"/>
            <a:ext cx="8676418" cy="4090312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  <a:hlinkClick r:id="rId2"/>
              </a:rPr>
              <a:t>https://openai.com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IN" dirty="0">
                <a:solidFill>
                  <a:schemeClr val="accent2">
                    <a:lumMod val="75000"/>
                  </a:schemeClr>
                </a:solidFill>
                <a:hlinkClick r:id="rId3"/>
              </a:rPr>
              <a:t>https://youtube.com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IN" dirty="0">
                <a:solidFill>
                  <a:schemeClr val="accent2">
                    <a:lumMod val="75000"/>
                  </a:schemeClr>
                </a:solidFill>
                <a:hlinkClick r:id="rId4" tooltip="https://react.dev/learn"/>
              </a:rPr>
              <a:t>https://angular.dev/learn</a:t>
            </a:r>
            <a:endParaRPr lang="en-IN" dirty="0">
              <a:solidFill>
                <a:schemeClr val="accent2">
                  <a:lumMod val="75000"/>
                </a:schemeClr>
              </a:solidFill>
              <a:hlinkClick r:id="rId5" tooltip="https://react.dev/learn"/>
            </a:endParaRPr>
          </a:p>
          <a:p>
            <a:r>
              <a:rPr lang="en-IN" dirty="0">
                <a:solidFill>
                  <a:schemeClr val="accent2">
                    <a:lumMod val="75000"/>
                  </a:schemeClr>
                </a:solidFill>
                <a:hlinkClick r:id="rId5" tooltip="https://react.dev/learn"/>
              </a:rPr>
              <a:t>https://w3school/css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IN" dirty="0">
                <a:solidFill>
                  <a:schemeClr val="accent2">
                    <a:lumMod val="75000"/>
                  </a:schemeClr>
                </a:solidFill>
                <a:hlinkClick r:id="rId6"/>
              </a:rPr>
              <a:t>https://gemini.google.com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1397666"/>
            <a:ext cx="9144000" cy="238760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andara">
      <a:majorFont>
        <a:latin typeface="Candara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49</TotalTime>
  <Words>316</Words>
  <Application>Microsoft Office PowerPoint</Application>
  <PresentationFormat>Widescreen</PresentationFormat>
  <Paragraphs>77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</vt:lpstr>
      <vt:lpstr>Candara</vt:lpstr>
      <vt:lpstr>Wingdings 3</vt:lpstr>
      <vt:lpstr>Facet</vt:lpstr>
      <vt:lpstr>Prof.V.B.Shah Institute of Management &amp; R.V.Patel College of Commerce (Eng.Med.) &amp; V.L.Shah College of Commerce (Guj.Med.) &amp; Sutex Bank College of Computer Applications &amp; Science, Amroli</vt:lpstr>
      <vt:lpstr>METICS</vt:lpstr>
      <vt:lpstr>Overview</vt:lpstr>
      <vt:lpstr>Project Profile</vt:lpstr>
      <vt:lpstr>Project Overview</vt:lpstr>
      <vt:lpstr>Project Features: User </vt:lpstr>
      <vt:lpstr>Project Features: Admin </vt:lpstr>
      <vt:lpstr>Signup page</vt:lpstr>
      <vt:lpstr>Login page</vt:lpstr>
      <vt:lpstr>Home page</vt:lpstr>
      <vt:lpstr>shop page</vt:lpstr>
      <vt:lpstr>Order page</vt:lpstr>
      <vt:lpstr>Blog page</vt:lpstr>
      <vt:lpstr>Payment page(Process to Checkout)</vt:lpstr>
      <vt:lpstr>Profile page</vt:lpstr>
      <vt:lpstr>Category wise products</vt:lpstr>
      <vt:lpstr>Footer</vt:lpstr>
      <vt:lpstr>Admin  panel: Home page</vt:lpstr>
      <vt:lpstr>Manage orders page</vt:lpstr>
      <vt:lpstr>Users page</vt:lpstr>
      <vt:lpstr>References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Prof.V.B.Shah Institute of Management &amp; R.V.Patel College of Commerce (Eng.Med.) &amp; V.L.Shah College of Commerce (Guj.Med.) &amp; Sutex Bank College of Computer Applications &amp; Science, Amroli</dc:title>
  <dc:creator>urmil kevadiya</dc:creator>
  <cp:lastModifiedBy>om</cp:lastModifiedBy>
  <cp:revision>46</cp:revision>
  <dcterms:created xsi:type="dcterms:W3CDTF">2025-09-25T16:43:00Z</dcterms:created>
  <dcterms:modified xsi:type="dcterms:W3CDTF">2026-04-09T06:15:46Z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D6B5F645B29F444D9B8171659B81DA59_12</vt:lpwstr>
  </property>
  <property fmtid="{D5CDD505-2E9C-101B-9397-08002B2CF9AE}" pid="3" name="KSOProductBuildVer">
    <vt:lpwstr>1033-12.1.0.25242</vt:lpwstr>
  </property>
</Properties>
</file>